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C205C-C6EA-42CE-A87C-728021D6D2D5}" v="4" dt="2026-08-05T23:40:57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4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55E2-1499-D315-3ADD-E992AF62D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341B8-5C3C-C662-FC14-36B5DB229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1A6D-454B-55DA-C6C2-65E8BBE6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B5325-2672-738D-1FBD-EDEB3C90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5E21-0DE7-435F-B966-66E94E6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5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0A45-D336-C3FF-E765-DF71984A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37AA-75E4-355B-5DC8-702D1A682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4F4BD-D5AE-E026-BBB7-A4000BEB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778F-7ED1-F6DB-11A2-6F14D7F1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9222-262D-F957-6E7B-68F08155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3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8B14-36F9-B7B7-2C19-053F2FE2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8BD8E-F39E-4E76-C472-7CEF5D56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70D5-A0E1-5666-23F8-5A40C6A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7625F-C303-59EA-D972-287F96B2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CCDAD-48D3-A4ED-2966-5CAD839E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120F-8C94-2EEF-D953-084451CC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3129D-33E6-18A1-C5AE-D3E1636BF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00CAA-912F-F43E-27E6-2287BEB8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68B17-7CD2-CA20-66E5-E6403887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7798-F812-5F7F-F4F6-2498B83F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60A26-CC85-5783-469B-B4E52EFE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3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5BAA-6C35-8A47-BAB3-A6318977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E9167-6E5C-C47C-ECF0-257D917D4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6FFCA-2568-D5AE-7967-1884EC2CF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0116E-E88A-B612-94AF-23F2FB75C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EB106-6304-D9F2-6A93-EFE9CB722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11D95-DAF9-3A01-5306-22A3B952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4503F-809E-F01F-290F-049BCD15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E44E5-B8A3-F5E4-23F7-73BE4DD8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5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C437-6029-919E-41BE-FDCBDEF1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0C7EE-7661-7EE6-FA88-05BF3F35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EB6AD-483B-2D25-66BD-19E6DBD6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8BADB-946F-CFB1-B97A-24DF1DE4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9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96AA2-1A88-DA7E-5584-3EDE6EA2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2984-945A-53B8-183C-9A22A0DA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12774-30C2-DCA9-98BE-229A88A2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DFA7-8E21-EE37-F13C-99B6D83B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9006-9559-38E8-A549-D4A36D25F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CC3F9-EEAF-8A6C-7C68-52AD77914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C84E4-1C51-D8EB-57B2-DF1A243F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E9456-AE89-D933-2C54-EAE08876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00A76-C11B-0B2F-76ED-439D2C21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5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3109-5556-2C14-7A22-CF91AF36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3F312-2B4F-17E2-FD2A-291644E72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1481D-DA3F-BAC7-3D16-001389982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436E2-D8B3-FEF7-D5E9-8347BC4E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A10FD-9BB4-242B-F746-8332FC35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1277C-BD0A-D4DD-8B03-AC1A77BC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1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C58C-83E9-8ACC-3CCC-AF3F34E3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E34F5-F20B-AFD1-82B1-2367E8150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D00C-8A40-2A4E-88F9-39972605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0894-0996-B67F-7998-BC910D11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FA739-1F5D-F81B-FD5C-9EDBFDFE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5BD23-F59B-24A4-604E-F2686AD62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29CA7-999B-2117-6CB1-4DE6A3CA9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7C32-5D92-8B3E-4C63-281FD2A1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E86C-896F-5B03-30F1-1370B079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AB159-5A26-54BF-3CAD-0244CC78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2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6FFD5-BE4F-7ED0-1A1B-F541F7DF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AEB8E-BCB0-A7DF-583B-482ABD0F3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EEE5-2308-4FC8-18D9-0E52A8F13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B4B97-747E-45E4-AF2B-3F209ADC0A6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F6A15-FE8B-04E6-3D03-11B347781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99719-99CA-1A59-4D4F-9D935EE3C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B1686-9D30-4EB1-AE06-362362BA0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5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ura"/>
          <p:cNvSpPr/>
          <p:nvPr/>
        </p:nvSpPr>
        <p:spPr>
          <a:xfrm>
            <a:off x="0" y="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ura"/>
          <p:cNvSpPr/>
          <p:nvPr/>
        </p:nvSpPr>
        <p:spPr>
          <a:xfrm>
            <a:off x="0" y="12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ura"/>
          <p:cNvSpPr/>
          <p:nvPr/>
        </p:nvSpPr>
        <p:spPr>
          <a:xfrm>
            <a:off x="0" y="25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ura"/>
          <p:cNvSpPr/>
          <p:nvPr/>
        </p:nvSpPr>
        <p:spPr>
          <a:xfrm>
            <a:off x="0" y="37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ura"/>
          <p:cNvSpPr/>
          <p:nvPr/>
        </p:nvSpPr>
        <p:spPr>
          <a:xfrm>
            <a:off x="0" y="50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ura"/>
          <p:cNvSpPr/>
          <p:nvPr/>
        </p:nvSpPr>
        <p:spPr>
          <a:xfrm>
            <a:off x="0" y="63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ura"/>
          <p:cNvSpPr/>
          <p:nvPr/>
        </p:nvSpPr>
        <p:spPr>
          <a:xfrm>
            <a:off x="0" y="75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ura"/>
          <p:cNvSpPr/>
          <p:nvPr/>
        </p:nvSpPr>
        <p:spPr>
          <a:xfrm>
            <a:off x="0" y="88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ura"/>
          <p:cNvSpPr/>
          <p:nvPr/>
        </p:nvSpPr>
        <p:spPr>
          <a:xfrm>
            <a:off x="0" y="100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ura"/>
          <p:cNvSpPr/>
          <p:nvPr/>
        </p:nvSpPr>
        <p:spPr>
          <a:xfrm>
            <a:off x="0" y="113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ura"/>
          <p:cNvSpPr/>
          <p:nvPr/>
        </p:nvSpPr>
        <p:spPr>
          <a:xfrm>
            <a:off x="0" y="126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ura"/>
          <p:cNvSpPr/>
          <p:nvPr/>
        </p:nvSpPr>
        <p:spPr>
          <a:xfrm>
            <a:off x="0" y="138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ura"/>
          <p:cNvSpPr/>
          <p:nvPr/>
        </p:nvSpPr>
        <p:spPr>
          <a:xfrm>
            <a:off x="0" y="151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extura"/>
          <p:cNvSpPr/>
          <p:nvPr/>
        </p:nvSpPr>
        <p:spPr>
          <a:xfrm>
            <a:off x="0" y="163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ura"/>
          <p:cNvSpPr/>
          <p:nvPr/>
        </p:nvSpPr>
        <p:spPr>
          <a:xfrm>
            <a:off x="0" y="176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ura"/>
          <p:cNvSpPr/>
          <p:nvPr/>
        </p:nvSpPr>
        <p:spPr>
          <a:xfrm>
            <a:off x="0" y="189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ura"/>
          <p:cNvSpPr/>
          <p:nvPr/>
        </p:nvSpPr>
        <p:spPr>
          <a:xfrm>
            <a:off x="0" y="201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extura"/>
          <p:cNvSpPr/>
          <p:nvPr/>
        </p:nvSpPr>
        <p:spPr>
          <a:xfrm>
            <a:off x="0" y="214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ura"/>
          <p:cNvSpPr/>
          <p:nvPr/>
        </p:nvSpPr>
        <p:spPr>
          <a:xfrm>
            <a:off x="0" y="226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ura"/>
          <p:cNvSpPr/>
          <p:nvPr/>
        </p:nvSpPr>
        <p:spPr>
          <a:xfrm>
            <a:off x="0" y="239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ura"/>
          <p:cNvSpPr/>
          <p:nvPr/>
        </p:nvSpPr>
        <p:spPr>
          <a:xfrm>
            <a:off x="0" y="252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ura"/>
          <p:cNvSpPr/>
          <p:nvPr/>
        </p:nvSpPr>
        <p:spPr>
          <a:xfrm>
            <a:off x="0" y="264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ura"/>
          <p:cNvSpPr/>
          <p:nvPr/>
        </p:nvSpPr>
        <p:spPr>
          <a:xfrm>
            <a:off x="0" y="277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ura"/>
          <p:cNvSpPr/>
          <p:nvPr/>
        </p:nvSpPr>
        <p:spPr>
          <a:xfrm>
            <a:off x="0" y="289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ura"/>
          <p:cNvSpPr/>
          <p:nvPr/>
        </p:nvSpPr>
        <p:spPr>
          <a:xfrm>
            <a:off x="0" y="302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ura"/>
          <p:cNvSpPr/>
          <p:nvPr/>
        </p:nvSpPr>
        <p:spPr>
          <a:xfrm>
            <a:off x="0" y="315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ura"/>
          <p:cNvSpPr/>
          <p:nvPr/>
        </p:nvSpPr>
        <p:spPr>
          <a:xfrm>
            <a:off x="0" y="327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ura"/>
          <p:cNvSpPr/>
          <p:nvPr/>
        </p:nvSpPr>
        <p:spPr>
          <a:xfrm>
            <a:off x="0" y="340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ura"/>
          <p:cNvSpPr/>
          <p:nvPr/>
        </p:nvSpPr>
        <p:spPr>
          <a:xfrm>
            <a:off x="0" y="352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ura"/>
          <p:cNvSpPr/>
          <p:nvPr/>
        </p:nvSpPr>
        <p:spPr>
          <a:xfrm>
            <a:off x="0" y="365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ura"/>
          <p:cNvSpPr/>
          <p:nvPr/>
        </p:nvSpPr>
        <p:spPr>
          <a:xfrm>
            <a:off x="0" y="378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ura"/>
          <p:cNvSpPr/>
          <p:nvPr/>
        </p:nvSpPr>
        <p:spPr>
          <a:xfrm>
            <a:off x="0" y="390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ura"/>
          <p:cNvSpPr/>
          <p:nvPr/>
        </p:nvSpPr>
        <p:spPr>
          <a:xfrm>
            <a:off x="0" y="403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ura"/>
          <p:cNvSpPr/>
          <p:nvPr/>
        </p:nvSpPr>
        <p:spPr>
          <a:xfrm>
            <a:off x="0" y="415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ura"/>
          <p:cNvSpPr/>
          <p:nvPr/>
        </p:nvSpPr>
        <p:spPr>
          <a:xfrm>
            <a:off x="0" y="428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ura"/>
          <p:cNvSpPr/>
          <p:nvPr/>
        </p:nvSpPr>
        <p:spPr>
          <a:xfrm>
            <a:off x="0" y="441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ura"/>
          <p:cNvSpPr/>
          <p:nvPr/>
        </p:nvSpPr>
        <p:spPr>
          <a:xfrm>
            <a:off x="0" y="453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ura"/>
          <p:cNvSpPr/>
          <p:nvPr/>
        </p:nvSpPr>
        <p:spPr>
          <a:xfrm>
            <a:off x="0" y="466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ura"/>
          <p:cNvSpPr/>
          <p:nvPr/>
        </p:nvSpPr>
        <p:spPr>
          <a:xfrm>
            <a:off x="0" y="478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Textura"/>
          <p:cNvSpPr/>
          <p:nvPr/>
        </p:nvSpPr>
        <p:spPr>
          <a:xfrm>
            <a:off x="0" y="491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ura"/>
          <p:cNvSpPr/>
          <p:nvPr/>
        </p:nvSpPr>
        <p:spPr>
          <a:xfrm>
            <a:off x="0" y="504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ura"/>
          <p:cNvSpPr/>
          <p:nvPr/>
        </p:nvSpPr>
        <p:spPr>
          <a:xfrm>
            <a:off x="0" y="516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ura"/>
          <p:cNvSpPr/>
          <p:nvPr/>
        </p:nvSpPr>
        <p:spPr>
          <a:xfrm>
            <a:off x="0" y="529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ura"/>
          <p:cNvSpPr/>
          <p:nvPr/>
        </p:nvSpPr>
        <p:spPr>
          <a:xfrm>
            <a:off x="0" y="541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ura"/>
          <p:cNvSpPr/>
          <p:nvPr/>
        </p:nvSpPr>
        <p:spPr>
          <a:xfrm>
            <a:off x="0" y="554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ura"/>
          <p:cNvSpPr/>
          <p:nvPr/>
        </p:nvSpPr>
        <p:spPr>
          <a:xfrm>
            <a:off x="0" y="567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ura"/>
          <p:cNvSpPr/>
          <p:nvPr/>
        </p:nvSpPr>
        <p:spPr>
          <a:xfrm>
            <a:off x="0" y="579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extura"/>
          <p:cNvSpPr/>
          <p:nvPr/>
        </p:nvSpPr>
        <p:spPr>
          <a:xfrm>
            <a:off x="0" y="592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ura"/>
          <p:cNvSpPr/>
          <p:nvPr/>
        </p:nvSpPr>
        <p:spPr>
          <a:xfrm>
            <a:off x="0" y="604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ura"/>
          <p:cNvSpPr/>
          <p:nvPr/>
        </p:nvSpPr>
        <p:spPr>
          <a:xfrm>
            <a:off x="0" y="617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Textura"/>
          <p:cNvSpPr/>
          <p:nvPr/>
        </p:nvSpPr>
        <p:spPr>
          <a:xfrm>
            <a:off x="0" y="630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Textura"/>
          <p:cNvSpPr/>
          <p:nvPr/>
        </p:nvSpPr>
        <p:spPr>
          <a:xfrm>
            <a:off x="0" y="642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Textura"/>
          <p:cNvSpPr/>
          <p:nvPr/>
        </p:nvSpPr>
        <p:spPr>
          <a:xfrm>
            <a:off x="0" y="655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ura"/>
          <p:cNvSpPr/>
          <p:nvPr/>
        </p:nvSpPr>
        <p:spPr>
          <a:xfrm>
            <a:off x="0" y="667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Textura"/>
          <p:cNvSpPr/>
          <p:nvPr/>
        </p:nvSpPr>
        <p:spPr>
          <a:xfrm>
            <a:off x="0" y="680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Textura"/>
          <p:cNvSpPr/>
          <p:nvPr/>
        </p:nvSpPr>
        <p:spPr>
          <a:xfrm>
            <a:off x="0" y="6930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ura"/>
          <p:cNvSpPr/>
          <p:nvPr/>
        </p:nvSpPr>
        <p:spPr>
          <a:xfrm>
            <a:off x="0" y="7056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Textura"/>
          <p:cNvSpPr/>
          <p:nvPr/>
        </p:nvSpPr>
        <p:spPr>
          <a:xfrm>
            <a:off x="0" y="7182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ura"/>
          <p:cNvSpPr/>
          <p:nvPr/>
        </p:nvSpPr>
        <p:spPr>
          <a:xfrm>
            <a:off x="0" y="7308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Textura"/>
          <p:cNvSpPr/>
          <p:nvPr/>
        </p:nvSpPr>
        <p:spPr>
          <a:xfrm>
            <a:off x="0" y="7434000"/>
            <a:ext cx="10692000" cy="0"/>
          </a:xfrm>
          <a:prstGeom prst="line">
            <a:avLst/>
          </a:prstGeom>
          <a:noFill/>
          <a:ln w="3175">
            <a:solidFill>
              <a:srgbClr val="F3F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Borde"/>
          <p:cNvSpPr/>
          <p:nvPr/>
        </p:nvSpPr>
        <p:spPr>
          <a:xfrm>
            <a:off x="360000" y="360000"/>
            <a:ext cx="9972000" cy="6840000"/>
          </a:xfrm>
          <a:prstGeom prst="rect">
            <a:avLst/>
          </a:prstGeom>
          <a:noFill/>
          <a:ln w="25400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EsquinaSupNavy"/>
          <p:cNvSpPr/>
          <p:nvPr/>
        </p:nvSpPr>
        <p:spPr>
          <a:xfrm rot="10800000">
            <a:off x="9396000" y="396000"/>
            <a:ext cx="900000" cy="900000"/>
          </a:xfrm>
          <a:prstGeom prst="rtTriangle">
            <a:avLst/>
          </a:prstGeom>
          <a:solidFill>
            <a:srgbClr val="1B365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EsquinaSupTeal"/>
          <p:cNvSpPr/>
          <p:nvPr/>
        </p:nvSpPr>
        <p:spPr>
          <a:xfrm rot="10800000">
            <a:off x="9792000" y="396000"/>
            <a:ext cx="504000" cy="504000"/>
          </a:xfrm>
          <a:prstGeom prst="rtTriangle">
            <a:avLst/>
          </a:prstGeom>
          <a:solidFill>
            <a:srgbClr val="007A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AcentoSup"/>
          <p:cNvSpPr/>
          <p:nvPr/>
        </p:nvSpPr>
        <p:spPr>
          <a:xfrm>
            <a:off x="9288000" y="396000"/>
            <a:ext cx="72000" cy="72000"/>
          </a:xfrm>
          <a:prstGeom prst="ellipse">
            <a:avLst/>
          </a:prstGeom>
          <a:solidFill>
            <a:srgbClr val="5BC2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iagSup1"/>
          <p:cNvSpPr/>
          <p:nvPr/>
        </p:nvSpPr>
        <p:spPr>
          <a:xfrm>
            <a:off x="8352000" y="432000"/>
            <a:ext cx="1440000" cy="1440000"/>
          </a:xfrm>
          <a:prstGeom prst="line">
            <a:avLst/>
          </a:prstGeom>
          <a:noFill/>
          <a:ln w="6350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DiagSup2"/>
          <p:cNvSpPr/>
          <p:nvPr/>
        </p:nvSpPr>
        <p:spPr>
          <a:xfrm>
            <a:off x="8748000" y="432000"/>
            <a:ext cx="1152000" cy="1152000"/>
          </a:xfrm>
          <a:prstGeom prst="line">
            <a:avLst/>
          </a:prstGeom>
          <a:noFill/>
          <a:ln w="6350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EsquinaInfNavy"/>
          <p:cNvSpPr/>
          <p:nvPr/>
        </p:nvSpPr>
        <p:spPr>
          <a:xfrm>
            <a:off x="396000" y="6264000"/>
            <a:ext cx="900000" cy="900000"/>
          </a:xfrm>
          <a:prstGeom prst="rtTriangle">
            <a:avLst/>
          </a:prstGeom>
          <a:solidFill>
            <a:srgbClr val="1B365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squinaInfTeal"/>
          <p:cNvSpPr/>
          <p:nvPr/>
        </p:nvSpPr>
        <p:spPr>
          <a:xfrm>
            <a:off x="396000" y="6660000"/>
            <a:ext cx="504000" cy="504000"/>
          </a:xfrm>
          <a:prstGeom prst="rtTriangle">
            <a:avLst/>
          </a:prstGeom>
          <a:solidFill>
            <a:srgbClr val="007A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AcentoInf"/>
          <p:cNvSpPr/>
          <p:nvPr/>
        </p:nvSpPr>
        <p:spPr>
          <a:xfrm>
            <a:off x="1332000" y="7092000"/>
            <a:ext cx="72000" cy="72000"/>
          </a:xfrm>
          <a:prstGeom prst="ellipse">
            <a:avLst/>
          </a:prstGeom>
          <a:solidFill>
            <a:srgbClr val="5BC2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iagInf1"/>
          <p:cNvSpPr/>
          <p:nvPr/>
        </p:nvSpPr>
        <p:spPr>
          <a:xfrm>
            <a:off x="900000" y="5688000"/>
            <a:ext cx="1440000" cy="1440000"/>
          </a:xfrm>
          <a:prstGeom prst="line">
            <a:avLst/>
          </a:prstGeom>
          <a:noFill/>
          <a:ln w="6350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DiagInf2"/>
          <p:cNvSpPr/>
          <p:nvPr/>
        </p:nvSpPr>
        <p:spPr>
          <a:xfrm>
            <a:off x="792000" y="5976000"/>
            <a:ext cx="1152000" cy="1152000"/>
          </a:xfrm>
          <a:prstGeom prst="line">
            <a:avLst/>
          </a:prstGeom>
          <a:noFill/>
          <a:ln w="6350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Academia"/>
          <p:cNvSpPr txBox="1"/>
          <p:nvPr/>
        </p:nvSpPr>
        <p:spPr>
          <a:xfrm>
            <a:off x="1746000" y="1656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2400" b="0" i="0" spc="600" dirty="0">
                <a:solidFill>
                  <a:srgbClr val="1B365D"/>
                </a:solidFill>
                <a:latin typeface="Segoe UI"/>
                <a:cs typeface="Segoe UI"/>
              </a:rPr>
              <a:t>GROWTH PATH ACADEMY</a:t>
            </a:r>
          </a:p>
        </p:txBody>
      </p:sp>
      <p:sp>
        <p:nvSpPr>
          <p:cNvPr id="76" name="Centro"/>
          <p:cNvSpPr txBox="1"/>
          <p:nvPr/>
        </p:nvSpPr>
        <p:spPr>
          <a:xfrm>
            <a:off x="1746000" y="2088000"/>
            <a:ext cx="72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100" b="0" i="0" spc="400" dirty="0">
                <a:solidFill>
                  <a:srgbClr val="007A78"/>
                </a:solidFill>
                <a:latin typeface="Segoe UI"/>
                <a:cs typeface="Segoe UI"/>
              </a:rPr>
              <a:t>CENTRO DE EVALUACIÓN Y DESARROLLO</a:t>
            </a:r>
          </a:p>
        </p:txBody>
      </p:sp>
      <p:sp>
        <p:nvSpPr>
          <p:cNvPr id="77" name="Linea1"/>
          <p:cNvSpPr/>
          <p:nvPr/>
        </p:nvSpPr>
        <p:spPr>
          <a:xfrm>
            <a:off x="3420000" y="2484000"/>
            <a:ext cx="3852000" cy="0"/>
          </a:xfrm>
          <a:prstGeom prst="line">
            <a:avLst/>
          </a:prstGeom>
          <a:noFill/>
          <a:ln w="9525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Punto1"/>
          <p:cNvSpPr/>
          <p:nvPr/>
        </p:nvSpPr>
        <p:spPr>
          <a:xfrm>
            <a:off x="5299200" y="2437200"/>
            <a:ext cx="93600" cy="93600"/>
          </a:xfrm>
          <a:prstGeom prst="ellipse">
            <a:avLst/>
          </a:prstGeom>
          <a:solidFill>
            <a:srgbClr val="C5A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Otorga"/>
          <p:cNvSpPr txBox="1"/>
          <p:nvPr/>
        </p:nvSpPr>
        <p:spPr>
          <a:xfrm>
            <a:off x="1746000" y="2808000"/>
            <a:ext cx="72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400" b="0" i="1" spc="100" dirty="0">
                <a:solidFill>
                  <a:srgbClr val="5A5A5A"/>
                </a:solidFill>
                <a:latin typeface="Segoe UI"/>
                <a:cs typeface="Segoe UI"/>
              </a:rPr>
              <a:t>Se otorga el presente reconocimiento a</a:t>
            </a:r>
          </a:p>
        </p:txBody>
      </p:sp>
      <p:sp>
        <p:nvSpPr>
          <p:cNvPr id="80" name="Nombre"/>
          <p:cNvSpPr txBox="1"/>
          <p:nvPr/>
        </p:nvSpPr>
        <p:spPr>
          <a:xfrm>
            <a:off x="1206000" y="3168000"/>
            <a:ext cx="8280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S" sz="5400" b="0" i="0" spc="60" dirty="0">
                <a:solidFill>
                  <a:srgbClr val="1B365D"/>
                </a:solidFill>
                <a:latin typeface="Cormorant Garamond"/>
                <a:cs typeface="Cormorant Garamond"/>
              </a:rPr>
              <a:t>Nombre del Participante</a:t>
            </a:r>
          </a:p>
        </p:txBody>
      </p:sp>
      <p:sp>
        <p:nvSpPr>
          <p:cNvPr id="81" name="Linea2"/>
          <p:cNvSpPr/>
          <p:nvPr/>
        </p:nvSpPr>
        <p:spPr>
          <a:xfrm>
            <a:off x="3420000" y="4068000"/>
            <a:ext cx="3852000" cy="0"/>
          </a:xfrm>
          <a:prstGeom prst="line">
            <a:avLst/>
          </a:prstGeom>
          <a:noFill/>
          <a:ln w="9525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Punto2"/>
          <p:cNvSpPr/>
          <p:nvPr/>
        </p:nvSpPr>
        <p:spPr>
          <a:xfrm>
            <a:off x="5299200" y="4021200"/>
            <a:ext cx="93600" cy="93600"/>
          </a:xfrm>
          <a:prstGeom prst="ellipse">
            <a:avLst/>
          </a:prstGeom>
          <a:solidFill>
            <a:srgbClr val="C5A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Motivo"/>
          <p:cNvSpPr txBox="1"/>
          <p:nvPr/>
        </p:nvSpPr>
        <p:spPr>
          <a:xfrm>
            <a:off x="2286000" y="4356000"/>
            <a:ext cx="6120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ES" sz="1200" b="0" i="0" spc="0" dirty="0">
                <a:solidFill>
                  <a:srgbClr val="4A4A4A"/>
                </a:solidFill>
                <a:latin typeface="Segoe UI"/>
                <a:cs typeface="Segoe UI"/>
              </a:rPr>
              <a:t>Por completar y aprobar satisfactoriamente la evaluación de conocimientos correspondiente a este programa de formación.</a:t>
            </a:r>
          </a:p>
        </p:txBody>
      </p:sp>
      <p:sp>
        <p:nvSpPr>
          <p:cNvPr id="84" name="Programa"/>
          <p:cNvSpPr txBox="1"/>
          <p:nvPr/>
        </p:nvSpPr>
        <p:spPr>
          <a:xfrm>
            <a:off x="1746000" y="5040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600" b="1" i="0" spc="200" dirty="0">
                <a:solidFill>
                  <a:srgbClr val="007A78"/>
                </a:solidFill>
                <a:latin typeface="Segoe UI"/>
                <a:cs typeface="Segoe UI"/>
              </a:rPr>
              <a:t>NOMBRE DEL PROGRAMA DE FORMACIÓN</a:t>
            </a:r>
          </a:p>
        </p:txBody>
      </p:sp>
      <p:sp>
        <p:nvSpPr>
          <p:cNvPr id="85" name="Fecha"/>
          <p:cNvSpPr txBox="1"/>
          <p:nvPr/>
        </p:nvSpPr>
        <p:spPr>
          <a:xfrm>
            <a:off x="2286000" y="5400000"/>
            <a:ext cx="61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b="0" i="0" spc="60" dirty="0">
                <a:solidFill>
                  <a:srgbClr val="6E6E6E"/>
                </a:solidFill>
                <a:latin typeface="Segoe UI"/>
                <a:cs typeface="Segoe UI"/>
              </a:rPr>
              <a:t>Fecha de expedición: 00 de mes de 0000</a:t>
            </a:r>
          </a:p>
        </p:txBody>
      </p:sp>
      <p:sp>
        <p:nvSpPr>
          <p:cNvPr id="86" name="LineaFirma"/>
          <p:cNvSpPr/>
          <p:nvPr/>
        </p:nvSpPr>
        <p:spPr>
          <a:xfrm>
            <a:off x="3960000" y="6048000"/>
            <a:ext cx="2772000" cy="0"/>
          </a:xfrm>
          <a:prstGeom prst="line">
            <a:avLst/>
          </a:prstGeom>
          <a:noFill/>
          <a:ln w="9525" cap="flat">
            <a:solidFill>
              <a:srgbClr val="C5A0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Firmante"/>
          <p:cNvSpPr txBox="1"/>
          <p:nvPr/>
        </p:nvSpPr>
        <p:spPr>
          <a:xfrm>
            <a:off x="3492000" y="6170104"/>
            <a:ext cx="370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100" b="1" i="0" spc="60" dirty="0">
                <a:solidFill>
                  <a:srgbClr val="1B365D"/>
                </a:solidFill>
                <a:latin typeface="Segoe UI"/>
                <a:cs typeface="Segoe UI"/>
              </a:rPr>
              <a:t>Martin Molina</a:t>
            </a:r>
          </a:p>
        </p:txBody>
      </p:sp>
      <p:sp>
        <p:nvSpPr>
          <p:cNvPr id="89" name="Cargo"/>
          <p:cNvSpPr txBox="1"/>
          <p:nvPr/>
        </p:nvSpPr>
        <p:spPr>
          <a:xfrm>
            <a:off x="3492000" y="6386104"/>
            <a:ext cx="3708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900" spc="40" dirty="0">
                <a:solidFill>
                  <a:srgbClr val="007A78"/>
                </a:solidFill>
                <a:latin typeface="Segoe UI"/>
                <a:cs typeface="Segoe UI"/>
              </a:rPr>
              <a:t>Founder &amp; CEO – Growth Path Academy</a:t>
            </a:r>
            <a:endParaRPr lang="es-ES" sz="900" spc="40" dirty="0">
              <a:solidFill>
                <a:srgbClr val="007A78"/>
              </a:solidFill>
              <a:latin typeface="Segoe UI"/>
              <a:cs typeface="Segoe UI"/>
            </a:endParaRPr>
          </a:p>
        </p:txBody>
      </p:sp>
      <p:sp>
        <p:nvSpPr>
          <p:cNvPr id="92" name="SelloInt"/>
          <p:cNvSpPr/>
          <p:nvPr/>
        </p:nvSpPr>
        <p:spPr>
          <a:xfrm>
            <a:off x="8730000" y="5562000"/>
            <a:ext cx="1080000" cy="1080000"/>
          </a:xfrm>
          <a:prstGeom prst="ellipse">
            <a:avLst/>
          </a:prstGeom>
          <a:noFill/>
          <a:ln w="6350">
            <a:solidFill>
              <a:srgbClr val="E2D6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Pie"/>
          <p:cNvSpPr txBox="1"/>
          <p:nvPr/>
        </p:nvSpPr>
        <p:spPr>
          <a:xfrm>
            <a:off x="1746000" y="6818104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800" b="0" i="0" spc="0" dirty="0">
                <a:solidFill>
                  <a:srgbClr val="6E6E6E"/>
                </a:solidFill>
                <a:latin typeface="Segoe UI"/>
                <a:cs typeface="Segoe UI"/>
              </a:rPr>
              <a:t>Documento de validación de conocimientos. No constituye una certificación profesional formal.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5865DC3-15CE-F173-80A6-C468719B2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946" y="540004"/>
            <a:ext cx="2555925" cy="1349998"/>
          </a:xfrm>
          <a:prstGeom prst="rect">
            <a:avLst/>
          </a:prstGeom>
        </p:spPr>
      </p:pic>
      <p:sp>
        <p:nvSpPr>
          <p:cNvPr id="91" name="Certs">
            <a:extLst>
              <a:ext uri="{FF2B5EF4-FFF2-40B4-BE49-F238E27FC236}">
                <a16:creationId xmlns:a16="http://schemas.microsoft.com/office/drawing/2014/main" id="{11B7F8E6-FE27-419C-045C-7A00A6C36240}"/>
              </a:ext>
            </a:extLst>
          </p:cNvPr>
          <p:cNvSpPr txBox="1"/>
          <p:nvPr/>
        </p:nvSpPr>
        <p:spPr>
          <a:xfrm>
            <a:off x="3490570" y="6566230"/>
            <a:ext cx="3708000" cy="166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algn="ctr">
              <a:defRPr sz="800" b="0" i="0" spc="40">
                <a:solidFill>
                  <a:srgbClr val="7A7A7A"/>
                </a:solidFill>
                <a:latin typeface="Segoe UI"/>
                <a:cs typeface="Segoe UI"/>
              </a:defRPr>
            </a:lvl1pPr>
          </a:lstStyle>
          <a:p>
            <a:r>
              <a:rPr lang="en-US" dirty="0"/>
              <a:t>COPC Certified · John Maxwell Leadership Certified</a:t>
            </a:r>
            <a:endParaRPr lang="es-ES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D95AE71F-D9FE-194B-33B0-53395ED85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116" y="5059365"/>
            <a:ext cx="2699664" cy="179977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FAD63545-29AC-6FAC-BEB6-D2071CE76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84" y="5184001"/>
            <a:ext cx="1781744" cy="1781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76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Cormorant Garamond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Molina</dc:creator>
  <cp:lastModifiedBy>Martin Molina</cp:lastModifiedBy>
  <cp:revision>2</cp:revision>
  <dcterms:created xsi:type="dcterms:W3CDTF">2026-08-05T23:25:39Z</dcterms:created>
  <dcterms:modified xsi:type="dcterms:W3CDTF">2026-08-06T00:30:58Z</dcterms:modified>
</cp:coreProperties>
</file>